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  <p:sldId id="271" r:id="rId17"/>
    <p:sldId id="269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465195" y="1982470"/>
            <a:ext cx="5489575" cy="155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/>
              <a:t>称重数据上传</a:t>
            </a:r>
            <a:r>
              <a:rPr lang="en-US" altLang="zh-CN" sz="3200"/>
              <a:t>MES</a:t>
            </a:r>
            <a:r>
              <a:rPr lang="zh-CN" altLang="en-US" sz="3200"/>
              <a:t>修改说明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/>
              <a:t>准备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准备一份已经修改完成的</a:t>
            </a:r>
            <a:r>
              <a:rPr lang="en-US" altLang="zh-CN"/>
              <a:t>PLC</a:t>
            </a:r>
            <a:r>
              <a:rPr lang="zh-CN" altLang="en-US"/>
              <a:t>程序</a:t>
            </a:r>
            <a:r>
              <a:rPr lang="en-US" altLang="zh-CN"/>
              <a:t> </a:t>
            </a:r>
            <a:r>
              <a:rPr lang="zh-CN" altLang="en-US"/>
              <a:t>和触摸屏程序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上传需要添加功能的设备程序，</a:t>
            </a:r>
            <a:r>
              <a:rPr lang="en-US" altLang="zh-CN"/>
              <a:t>PLC</a:t>
            </a:r>
            <a:r>
              <a:rPr lang="zh-CN" altLang="en-US"/>
              <a:t>程序</a:t>
            </a:r>
            <a:r>
              <a:rPr lang="en-US" altLang="zh-CN"/>
              <a:t> </a:t>
            </a:r>
            <a:r>
              <a:rPr lang="zh-CN" altLang="en-US"/>
              <a:t>和触摸屏程序。程序上传后保存留档，然后另存一份程序（</a:t>
            </a:r>
            <a:r>
              <a:rPr lang="en-US" altLang="zh-CN"/>
              <a:t>New Project</a:t>
            </a:r>
            <a:r>
              <a:rPr lang="zh-CN" altLang="en-US"/>
              <a:t>）用于添加相关功能。后续操作都是在另存的程序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上进</a:t>
            </a:r>
            <a:r>
              <a:rPr lang="zh-CN" altLang="en-US"/>
              <a:t>行。</a:t>
            </a:r>
            <a:endParaRPr lang="zh-CN" altLang="en-US"/>
          </a:p>
          <a:p>
            <a:r>
              <a:rPr lang="zh-CN" altLang="en-US"/>
              <a:t>电脑的</a:t>
            </a:r>
            <a:r>
              <a:rPr lang="en-US" altLang="zh-CN"/>
              <a:t> IP </a:t>
            </a:r>
            <a:r>
              <a:rPr lang="zh-CN" altLang="en-US"/>
              <a:t>始终在</a:t>
            </a:r>
            <a:r>
              <a:rPr lang="en-US" altLang="zh-CN"/>
              <a:t> 192.168.1.xx  </a:t>
            </a:r>
            <a:r>
              <a:rPr lang="zh-CN" altLang="en-US"/>
              <a:t>网段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、添加新的数据类型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zh-CN" altLang="en-US"/>
              <a:t>通信功能</a:t>
            </a:r>
            <a:r>
              <a:rPr lang="zh-CN" altLang="en-US"/>
              <a:t>块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1691005"/>
            <a:ext cx="6866255" cy="29222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66760" y="1765300"/>
            <a:ext cx="27305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复制</a:t>
            </a:r>
            <a:r>
              <a:rPr lang="zh-CN" altLang="en-US"/>
              <a:t>左图中的数据类型，粘贴到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程序</a:t>
            </a:r>
            <a:r>
              <a:rPr lang="zh-CN" altLang="en-US">
                <a:sym typeface="+mn-ea"/>
              </a:rPr>
              <a:t>中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再复制</a:t>
            </a:r>
            <a:r>
              <a:rPr lang="zh-CN" altLang="en-US">
                <a:sym typeface="+mn-ea"/>
              </a:rPr>
              <a:t>左图中的通信功能块粘贴到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程序</a:t>
            </a:r>
            <a:r>
              <a:rPr lang="zh-CN" altLang="en-US">
                <a:sym typeface="+mn-ea"/>
              </a:rPr>
              <a:t>中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28999" b="10165"/>
          <a:stretch>
            <a:fillRect/>
          </a:stretch>
        </p:blipFill>
        <p:spPr>
          <a:xfrm>
            <a:off x="960755" y="4807585"/>
            <a:ext cx="2956560" cy="1265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、添加新的全局变量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99235"/>
            <a:ext cx="4735195" cy="38595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44185"/>
            <a:ext cx="7368540" cy="868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38290" y="1595120"/>
            <a:ext cx="4506595" cy="3349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筛选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称重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变量组，复制左图中的三个变量复制到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程序中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相同的全局变量组</a:t>
            </a:r>
            <a:r>
              <a:rPr lang="zh-CN" altLang="en-US">
                <a:sym typeface="+mn-ea"/>
              </a:rPr>
              <a:t>中。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注意要把三个变量的内容全部选上，如左下图所</a:t>
            </a:r>
            <a:r>
              <a:rPr lang="zh-CN" altLang="en-US">
                <a:sym typeface="+mn-ea"/>
              </a:rPr>
              <a:t>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</a:t>
            </a:r>
            <a:r>
              <a:rPr lang="zh-CN" altLang="en-US"/>
              <a:t>、添加局部变量和外部</a:t>
            </a:r>
            <a:r>
              <a:rPr lang="zh-CN" altLang="en-US"/>
              <a:t>变量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546225"/>
            <a:ext cx="5806440" cy="2537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75" y="4214495"/>
            <a:ext cx="5394960" cy="23774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51320" y="1546225"/>
            <a:ext cx="4506595" cy="3349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打开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时间周期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程序</a:t>
            </a:r>
            <a:r>
              <a:rPr lang="zh-CN" altLang="en-US">
                <a:sym typeface="+mn-ea"/>
              </a:rPr>
              <a:t>段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复制内、外部变量到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程序中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、消除数据类型</a:t>
            </a:r>
            <a:r>
              <a:rPr lang="zh-CN" altLang="en-US"/>
              <a:t>错误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45260"/>
            <a:ext cx="4436745" cy="4927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24245" y="1546225"/>
            <a:ext cx="4506595" cy="3349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 New Project</a:t>
            </a:r>
            <a:r>
              <a:rPr lang="zh-CN" altLang="en-US">
                <a:sym typeface="+mn-ea"/>
              </a:rPr>
              <a:t>程序中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找到这个通信功能块，右键</a:t>
            </a:r>
            <a:r>
              <a:rPr lang="en-US" altLang="zh-CN">
                <a:sym typeface="+mn-ea"/>
              </a:rPr>
              <a:t> -- </a:t>
            </a:r>
            <a:r>
              <a:rPr lang="zh-CN" altLang="en-US">
                <a:sym typeface="+mn-ea"/>
              </a:rPr>
              <a:t>跳转到变量表</a:t>
            </a:r>
            <a:r>
              <a:rPr lang="en-US" altLang="zh-CN">
                <a:sym typeface="+mn-ea"/>
              </a:rPr>
              <a:t>  -- </a:t>
            </a:r>
            <a:r>
              <a:rPr lang="zh-CN" altLang="en-US">
                <a:sym typeface="+mn-ea"/>
              </a:rPr>
              <a:t>选中变量，</a:t>
            </a:r>
            <a:r>
              <a:rPr lang="zh-CN" altLang="en-US">
                <a:sym typeface="+mn-ea"/>
              </a:rPr>
              <a:t>删除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</a:t>
            </a:r>
            <a:r>
              <a:rPr lang="zh-CN" altLang="en-US"/>
              <a:t>、更换新的通信功能块</a:t>
            </a:r>
            <a:r>
              <a:rPr lang="en-US" altLang="zh-CN"/>
              <a:t> + </a:t>
            </a:r>
            <a:r>
              <a:rPr lang="zh-CN" altLang="en-US"/>
              <a:t>添加</a:t>
            </a:r>
            <a:r>
              <a:rPr lang="en-US" altLang="zh-CN"/>
              <a:t>MES</a:t>
            </a:r>
            <a:r>
              <a:rPr lang="zh-CN" altLang="en-US"/>
              <a:t>程序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05" y="1522730"/>
            <a:ext cx="4948555" cy="30880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0705" y="5009515"/>
            <a:ext cx="4817745" cy="1186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复制上图功能块，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粘贴到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程序中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555" y="1522730"/>
            <a:ext cx="5062855" cy="42144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64555" y="5797550"/>
            <a:ext cx="4817745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复制上图程序</a:t>
            </a:r>
            <a:r>
              <a:rPr lang="zh-CN" altLang="en-US">
                <a:sym typeface="+mn-ea"/>
              </a:rPr>
              <a:t>段，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粘贴到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New Project</a:t>
            </a:r>
            <a:r>
              <a:rPr lang="zh-CN" altLang="en-US">
                <a:sym typeface="+mn-ea"/>
              </a:rPr>
              <a:t>程序中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7</a:t>
            </a:r>
            <a:r>
              <a:rPr lang="zh-CN" altLang="en-US"/>
              <a:t>、修改网口</a:t>
            </a:r>
            <a:r>
              <a:rPr lang="en-US" altLang="zh-CN"/>
              <a:t>1 IP</a:t>
            </a:r>
            <a:r>
              <a:rPr lang="zh-CN" altLang="en-US"/>
              <a:t>地址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10" y="1687830"/>
            <a:ext cx="3924300" cy="34823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61280" y="1788160"/>
            <a:ext cx="4817745" cy="1186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修改</a:t>
            </a:r>
            <a:r>
              <a:rPr lang="en-US" altLang="zh-CN">
                <a:sym typeface="+mn-ea"/>
              </a:rPr>
              <a:t> New Project</a:t>
            </a:r>
            <a:r>
              <a:rPr lang="zh-CN" altLang="en-US">
                <a:sym typeface="+mn-ea"/>
              </a:rPr>
              <a:t>程序中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的网口</a:t>
            </a:r>
            <a:r>
              <a:rPr lang="en-US" altLang="zh-CN">
                <a:sym typeface="+mn-ea"/>
              </a:rPr>
              <a:t>1 IP</a:t>
            </a:r>
            <a:r>
              <a:rPr lang="zh-CN" altLang="en-US">
                <a:sym typeface="+mn-ea"/>
              </a:rPr>
              <a:t>地址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8</a:t>
            </a:r>
            <a:r>
              <a:rPr lang="zh-CN" altLang="en-US"/>
              <a:t>、编译</a:t>
            </a:r>
            <a:r>
              <a:rPr lang="en-US" altLang="zh-CN"/>
              <a:t> - </a:t>
            </a:r>
            <a:r>
              <a:rPr lang="zh-CN" altLang="en-US"/>
              <a:t>导出变量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12505" y="1973580"/>
            <a:ext cx="2336165" cy="3797935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编译程序，如果没有发生异常错误，就导出全局变量，另存为</a:t>
            </a:r>
            <a:r>
              <a:rPr lang="en-US" altLang="zh-CN" sz="1800"/>
              <a:t>txt</a:t>
            </a:r>
            <a:r>
              <a:rPr lang="zh-CN" altLang="en-US" sz="1800"/>
              <a:t>，文本编码格式为</a:t>
            </a:r>
            <a:r>
              <a:rPr lang="en-US" altLang="zh-CN" sz="1800"/>
              <a:t>NASI</a:t>
            </a:r>
            <a:endParaRPr lang="en-US" altLang="zh-CN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490" y="1973580"/>
            <a:ext cx="7178040" cy="3649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9</a:t>
            </a:r>
            <a:r>
              <a:rPr lang="zh-CN" altLang="en-US"/>
              <a:t>、触摸屏修改</a:t>
            </a:r>
            <a:r>
              <a:rPr lang="en-US" altLang="zh-CN"/>
              <a:t> - </a:t>
            </a:r>
            <a:r>
              <a:rPr lang="zh-CN" altLang="en-US"/>
              <a:t>导入</a:t>
            </a:r>
            <a:r>
              <a:rPr lang="zh-CN" altLang="en-US"/>
              <a:t>变量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1341755"/>
            <a:ext cx="7056120" cy="484632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451850" y="1416050"/>
            <a:ext cx="2336165" cy="3797935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打开</a:t>
            </a:r>
            <a:r>
              <a:rPr lang="en-US" altLang="zh-CN" sz="1800"/>
              <a:t> </a:t>
            </a:r>
            <a:r>
              <a:rPr lang="en-US" altLang="zh-CN" sz="1800">
                <a:sym typeface="+mn-ea"/>
              </a:rPr>
              <a:t>New Project</a:t>
            </a:r>
            <a:r>
              <a:rPr lang="zh-CN" altLang="en-US" sz="1800">
                <a:sym typeface="+mn-ea"/>
              </a:rPr>
              <a:t>程序</a:t>
            </a:r>
            <a:r>
              <a:rPr lang="en-US" altLang="zh-CN" sz="1800">
                <a:sym typeface="+mn-ea"/>
              </a:rPr>
              <a:t> </a:t>
            </a:r>
            <a:r>
              <a:rPr lang="zh-CN" altLang="en-US" sz="1800">
                <a:sym typeface="+mn-ea"/>
              </a:rPr>
              <a:t>对应的屏程序，导入标签，选择刚才保存的</a:t>
            </a:r>
            <a:r>
              <a:rPr lang="en-US" altLang="zh-CN" sz="1800">
                <a:sym typeface="+mn-ea"/>
              </a:rPr>
              <a:t>txt</a:t>
            </a:r>
            <a:r>
              <a:rPr lang="zh-CN" altLang="en-US" sz="1800">
                <a:sym typeface="+mn-ea"/>
              </a:rPr>
              <a:t>文件</a:t>
            </a:r>
            <a:endParaRPr lang="zh-CN" altLang="en-US" sz="18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</a:t>
            </a:r>
            <a:r>
              <a:rPr lang="zh-CN" altLang="en-US"/>
              <a:t>、新建</a:t>
            </a:r>
            <a:r>
              <a:rPr lang="en-US" altLang="zh-CN"/>
              <a:t> </a:t>
            </a:r>
            <a:r>
              <a:rPr lang="zh-CN" altLang="en-US"/>
              <a:t>宏</a:t>
            </a:r>
            <a:r>
              <a:rPr lang="zh-CN" altLang="en-US"/>
              <a:t>程序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7640955" cy="465455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886190" y="1691005"/>
            <a:ext cx="2336165" cy="3797935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打开</a:t>
            </a:r>
            <a:r>
              <a:rPr lang="en-US" altLang="zh-CN" sz="1800"/>
              <a:t> </a:t>
            </a:r>
            <a:r>
              <a:rPr lang="en-US" altLang="zh-CN" sz="1800">
                <a:sym typeface="+mn-ea"/>
              </a:rPr>
              <a:t>New Project</a:t>
            </a:r>
            <a:r>
              <a:rPr lang="zh-CN" altLang="en-US" sz="1800">
                <a:sym typeface="+mn-ea"/>
              </a:rPr>
              <a:t>程序</a:t>
            </a:r>
            <a:r>
              <a:rPr lang="en-US" altLang="zh-CN" sz="1800">
                <a:sym typeface="+mn-ea"/>
              </a:rPr>
              <a:t> </a:t>
            </a:r>
            <a:r>
              <a:rPr lang="zh-CN" altLang="en-US" sz="1800">
                <a:sym typeface="+mn-ea"/>
              </a:rPr>
              <a:t>对应的屏程序，找到宏指令，新增一个宏程序，修改宏程序名称《</a:t>
            </a:r>
            <a:r>
              <a:rPr lang="en-US" altLang="zh-CN" sz="1800">
                <a:sym typeface="+mn-ea"/>
              </a:rPr>
              <a:t>PLC</a:t>
            </a:r>
            <a:r>
              <a:rPr lang="zh-CN" altLang="en-US" sz="1800">
                <a:sym typeface="+mn-ea"/>
              </a:rPr>
              <a:t>时钟更新》，复制</a:t>
            </a:r>
            <a:r>
              <a:rPr lang="en-US" altLang="zh-CN" sz="1800">
                <a:sym typeface="+mn-ea"/>
              </a:rPr>
              <a:t>5</a:t>
            </a:r>
            <a:r>
              <a:rPr lang="zh-CN" altLang="en-US" sz="1800">
                <a:sym typeface="+mn-ea"/>
              </a:rPr>
              <a:t>中的所有脚本到</a:t>
            </a:r>
            <a:r>
              <a:rPr lang="en-US" altLang="zh-CN" sz="1800">
                <a:sym typeface="+mn-ea"/>
              </a:rPr>
              <a:t> </a:t>
            </a:r>
            <a:r>
              <a:rPr lang="en-US" altLang="zh-CN" sz="1800">
                <a:sym typeface="+mn-ea"/>
              </a:rPr>
              <a:t>New Project </a:t>
            </a:r>
            <a:r>
              <a:rPr lang="zh-CN" altLang="en-US" sz="1800">
                <a:sym typeface="+mn-ea"/>
              </a:rPr>
              <a:t>屏程序</a:t>
            </a:r>
            <a:r>
              <a:rPr lang="zh-CN" altLang="en-US" sz="1800">
                <a:sym typeface="+mn-ea"/>
              </a:rPr>
              <a:t>中</a:t>
            </a:r>
            <a:endParaRPr lang="zh-CN" altLang="en-US" sz="180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11</a:t>
            </a:r>
            <a:r>
              <a:rPr lang="zh-CN" altLang="en-US"/>
              <a:t>、新增屏窗口</a:t>
            </a:r>
            <a:r>
              <a:rPr lang="zh-CN" altLang="en-US"/>
              <a:t>画面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2334895" cy="181419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83125" y="1615440"/>
            <a:ext cx="4886325" cy="3241040"/>
          </a:xfrm>
        </p:spPr>
        <p:txBody>
          <a:bodyPr/>
          <a:p>
            <a:pPr marL="0" indent="0">
              <a:buNone/>
            </a:pPr>
            <a:r>
              <a:rPr lang="zh-CN" altLang="en-US" sz="1800">
                <a:sym typeface="+mn-ea"/>
              </a:rPr>
              <a:t>新增两个屏画面，</a:t>
            </a:r>
            <a:r>
              <a:rPr lang="en-US" altLang="zh-CN" sz="1800">
                <a:sym typeface="+mn-ea"/>
              </a:rPr>
              <a:t>166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167</a:t>
            </a:r>
            <a:r>
              <a:rPr lang="zh-CN" altLang="en-US" sz="1800">
                <a:sym typeface="+mn-ea"/>
              </a:rPr>
              <a:t>。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两个画面的属性，参考</a:t>
            </a:r>
            <a:r>
              <a:rPr lang="zh-CN" altLang="en-US" sz="1800">
                <a:sym typeface="+mn-ea"/>
              </a:rPr>
              <a:t>配置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endParaRPr lang="zh-CN" altLang="en-US" sz="1800">
              <a:sym typeface="+mn-ea"/>
            </a:endParaRPr>
          </a:p>
          <a:p>
            <a:pPr marL="0" indent="0">
              <a:buNone/>
            </a:pP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然后复制</a:t>
            </a:r>
            <a:r>
              <a:rPr lang="en-US" altLang="zh-CN" sz="1800">
                <a:sym typeface="+mn-ea"/>
              </a:rPr>
              <a:t> 162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166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167 </a:t>
            </a:r>
            <a:r>
              <a:rPr lang="zh-CN" altLang="en-US" sz="1800">
                <a:sym typeface="+mn-ea"/>
              </a:rPr>
              <a:t>三个界面的内容到</a:t>
            </a:r>
            <a:r>
              <a:rPr lang="en-US" altLang="zh-CN" sz="1800">
                <a:sym typeface="+mn-ea"/>
              </a:rPr>
              <a:t>New Project </a:t>
            </a:r>
            <a:r>
              <a:rPr lang="zh-CN" altLang="en-US" sz="1800">
                <a:sym typeface="+mn-ea"/>
              </a:rPr>
              <a:t>屏程序中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endParaRPr lang="zh-CN" altLang="en-US" sz="18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</a:t>
            </a:r>
            <a:r>
              <a:rPr lang="zh-CN" altLang="en-US"/>
              <a:t>、称重模块通信</a:t>
            </a:r>
            <a:r>
              <a:rPr lang="zh-CN" altLang="en-US"/>
              <a:t>配置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15" y="1430655"/>
            <a:ext cx="2377440" cy="1615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430655"/>
            <a:ext cx="3395345" cy="495173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2569845"/>
            <a:ext cx="3638550" cy="39681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800">
                <a:sym typeface="+mn-ea"/>
              </a:rPr>
              <a:t>把称重网口模块的网线插到交换机</a:t>
            </a:r>
            <a:r>
              <a:rPr lang="zh-CN" altLang="en-US" sz="1800">
                <a:sym typeface="+mn-ea"/>
              </a:rPr>
              <a:t>上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打开配置工具，搜索</a:t>
            </a:r>
            <a:r>
              <a:rPr lang="zh-CN" altLang="en-US" sz="1800">
                <a:sym typeface="+mn-ea"/>
              </a:rPr>
              <a:t>设备。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选择搜到的设备，在右侧窗口中，修改模块的</a:t>
            </a:r>
            <a:r>
              <a:rPr lang="en-US" altLang="zh-CN" sz="1800">
                <a:sym typeface="+mn-ea"/>
              </a:rPr>
              <a:t>IP</a:t>
            </a:r>
            <a:r>
              <a:rPr lang="zh-CN" altLang="en-US" sz="1800">
                <a:sym typeface="+mn-ea"/>
              </a:rPr>
              <a:t>地址</a:t>
            </a:r>
            <a:r>
              <a:rPr lang="en-US" altLang="zh-CN" sz="1800">
                <a:sym typeface="+mn-ea"/>
              </a:rPr>
              <a:t> </a:t>
            </a:r>
            <a:r>
              <a:rPr lang="zh-CN" altLang="en-US" sz="1800">
                <a:sym typeface="+mn-ea"/>
              </a:rPr>
              <a:t>和</a:t>
            </a:r>
            <a:r>
              <a:rPr lang="en-US" altLang="zh-CN" sz="1800">
                <a:sym typeface="+mn-ea"/>
              </a:rPr>
              <a:t> </a:t>
            </a:r>
            <a:r>
              <a:rPr lang="zh-CN" altLang="en-US" sz="1800">
                <a:sym typeface="+mn-ea"/>
              </a:rPr>
              <a:t>网关。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IP</a:t>
            </a:r>
            <a:r>
              <a:rPr lang="zh-CN" altLang="en-US" sz="1800">
                <a:sym typeface="+mn-ea"/>
              </a:rPr>
              <a:t>：</a:t>
            </a:r>
            <a:r>
              <a:rPr lang="en-US" altLang="zh-CN" sz="1800">
                <a:sym typeface="+mn-ea"/>
              </a:rPr>
              <a:t>192.168.1.24</a:t>
            </a:r>
            <a:endParaRPr lang="en-US" altLang="zh-CN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网关：</a:t>
            </a:r>
            <a:r>
              <a:rPr lang="en-US" altLang="zh-CN" sz="1800">
                <a:sym typeface="+mn-ea"/>
              </a:rPr>
              <a:t>192.167.1.1</a:t>
            </a:r>
            <a:endParaRPr lang="en-US" altLang="zh-CN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然后保存，发送参数到</a:t>
            </a:r>
            <a:r>
              <a:rPr lang="zh-CN" altLang="en-US" sz="1800">
                <a:sym typeface="+mn-ea"/>
              </a:rPr>
              <a:t>设备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再次搜索，如果设备</a:t>
            </a:r>
            <a:r>
              <a:rPr lang="en-US" altLang="zh-CN" sz="1800">
                <a:sym typeface="+mn-ea"/>
              </a:rPr>
              <a:t>IP</a:t>
            </a:r>
            <a:r>
              <a:rPr lang="zh-CN" altLang="en-US" sz="1800">
                <a:sym typeface="+mn-ea"/>
              </a:rPr>
              <a:t>已经修改就正常</a:t>
            </a:r>
            <a:r>
              <a:rPr lang="zh-CN" altLang="en-US" sz="1800">
                <a:sym typeface="+mn-ea"/>
              </a:rPr>
              <a:t>结束</a:t>
            </a:r>
            <a:endParaRPr lang="zh-CN" altLang="en-US" sz="180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13</a:t>
            </a:r>
            <a:r>
              <a:rPr lang="zh-CN" altLang="en-US"/>
              <a:t>、程序下载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98930"/>
            <a:ext cx="10515600" cy="273367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400"/>
              <a:t>PLC</a:t>
            </a:r>
            <a:r>
              <a:rPr lang="zh-CN" altLang="en-US" sz="2400"/>
              <a:t>、屏程序</a:t>
            </a:r>
            <a:r>
              <a:rPr lang="en-US" altLang="zh-CN" sz="2400"/>
              <a:t>  </a:t>
            </a:r>
            <a:r>
              <a:rPr lang="zh-CN" altLang="en-US" sz="2400"/>
              <a:t>编译</a:t>
            </a:r>
            <a:r>
              <a:rPr lang="en-US" altLang="zh-CN" sz="2400"/>
              <a:t> </a:t>
            </a:r>
            <a:r>
              <a:rPr lang="zh-CN" altLang="en-US" sz="2400"/>
              <a:t>没错误后，</a:t>
            </a:r>
            <a:r>
              <a:rPr lang="en-US" altLang="zh-CN" sz="2400"/>
              <a:t> </a:t>
            </a:r>
            <a:r>
              <a:rPr lang="zh-CN" altLang="en-US" sz="2400"/>
              <a:t>先下载屏程序，等屏重新启动后，</a:t>
            </a:r>
            <a:r>
              <a:rPr lang="en-US" altLang="zh-CN" sz="2400"/>
              <a:t> </a:t>
            </a:r>
            <a:r>
              <a:rPr lang="zh-CN" altLang="en-US" sz="2400"/>
              <a:t>再下载</a:t>
            </a:r>
            <a:r>
              <a:rPr lang="en-US" altLang="zh-CN" sz="2400"/>
              <a:t>PLC</a:t>
            </a:r>
            <a:r>
              <a:rPr lang="zh-CN" altLang="en-US" sz="2400"/>
              <a:t>程序。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PLC</a:t>
            </a:r>
            <a:r>
              <a:rPr lang="zh-CN" altLang="en-US" sz="2400"/>
              <a:t>和屏再次正常启动，并通信正常后，通过屏更新</a:t>
            </a:r>
            <a:r>
              <a:rPr lang="en-US" altLang="zh-CN" sz="2400"/>
              <a:t>PLC</a:t>
            </a:r>
            <a:r>
              <a:rPr lang="zh-CN" altLang="en-US" sz="2400"/>
              <a:t>时钟。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长按屏上的</a:t>
            </a:r>
            <a:r>
              <a:rPr lang="en-US" altLang="zh-CN" sz="2400"/>
              <a:t> PLC</a:t>
            </a:r>
            <a:r>
              <a:rPr lang="zh-CN" altLang="en-US" sz="2400"/>
              <a:t>时钟校准按钮</a:t>
            </a:r>
            <a:r>
              <a:rPr lang="en-US" altLang="zh-CN" sz="2400"/>
              <a:t>3</a:t>
            </a:r>
            <a:r>
              <a:rPr lang="zh-CN" altLang="en-US" sz="2400"/>
              <a:t>秒以上，完成时钟校准。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然后通过</a:t>
            </a:r>
            <a:r>
              <a:rPr lang="en-US" altLang="zh-CN" sz="2400"/>
              <a:t>PLC</a:t>
            </a:r>
            <a:r>
              <a:rPr lang="zh-CN" altLang="en-US" sz="2400"/>
              <a:t>程序中的测试记录变量，可以测试功能是否正常，时钟是否完成校准。功能正常后，可以通过</a:t>
            </a:r>
            <a:r>
              <a:rPr lang="en-US" altLang="zh-CN" sz="2400"/>
              <a:t> </a:t>
            </a:r>
            <a:r>
              <a:rPr lang="zh-CN" altLang="en-US" sz="2400"/>
              <a:t>清空命令按钮，清除屏上的</a:t>
            </a:r>
            <a:r>
              <a:rPr lang="zh-CN" altLang="en-US" sz="2400"/>
              <a:t>记录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195" y="4559300"/>
            <a:ext cx="1964690" cy="617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159885"/>
            <a:ext cx="6050280" cy="2110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195" y="5527040"/>
            <a:ext cx="1989455" cy="558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14</a:t>
            </a:r>
            <a:r>
              <a:rPr lang="zh-CN" altLang="en-US"/>
              <a:t>、确认称重传感器通信是否</a:t>
            </a:r>
            <a:r>
              <a:rPr lang="zh-CN" altLang="en-US"/>
              <a:t>正常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598930"/>
            <a:ext cx="10515600" cy="273367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400"/>
              <a:t>在秤上放一个物料，观察屏上的实时重量是否正常显示。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程序里面的连接标志是否正常接</a:t>
            </a:r>
            <a:r>
              <a:rPr lang="zh-CN" altLang="en-US" sz="2400"/>
              <a:t>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527425"/>
            <a:ext cx="7010400" cy="1844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15</a:t>
            </a:r>
            <a:r>
              <a:rPr lang="zh-CN" altLang="en-US"/>
              <a:t>、</a:t>
            </a:r>
            <a:r>
              <a:rPr lang="en-US" altLang="zh-CN"/>
              <a:t>OPC</a:t>
            </a:r>
            <a:r>
              <a:rPr lang="zh-CN" altLang="en-US"/>
              <a:t>通信</a:t>
            </a:r>
            <a:r>
              <a:rPr lang="zh-CN" altLang="en-US"/>
              <a:t>配置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30045"/>
            <a:ext cx="3032760" cy="1935480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83125" y="1615440"/>
            <a:ext cx="4886325" cy="3241040"/>
          </a:xfrm>
        </p:spPr>
        <p:txBody>
          <a:bodyPr/>
          <a:p>
            <a:pPr marL="0" indent="0">
              <a:buNone/>
            </a:pPr>
            <a:r>
              <a:rPr lang="en-US" altLang="zh-CN" sz="1800">
                <a:sym typeface="+mn-ea"/>
              </a:rPr>
              <a:t>PLC</a:t>
            </a:r>
            <a:r>
              <a:rPr lang="zh-CN" altLang="en-US" sz="1800">
                <a:sym typeface="+mn-ea"/>
              </a:rPr>
              <a:t>程序在线，右键</a:t>
            </a:r>
            <a:r>
              <a:rPr lang="en-US" altLang="zh-CN" sz="1800">
                <a:sym typeface="+mn-ea"/>
              </a:rPr>
              <a:t>OPC UA</a:t>
            </a:r>
            <a:r>
              <a:rPr lang="zh-CN" altLang="en-US" sz="1800">
                <a:sym typeface="+mn-ea"/>
              </a:rPr>
              <a:t>服务器</a:t>
            </a:r>
            <a:r>
              <a:rPr lang="zh-CN" altLang="en-US" sz="1800">
                <a:sym typeface="+mn-ea"/>
              </a:rPr>
              <a:t>设置，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服务器证书</a:t>
            </a:r>
            <a:r>
              <a:rPr lang="en-US" altLang="zh-CN" sz="1800">
                <a:sym typeface="+mn-ea"/>
              </a:rPr>
              <a:t> - </a:t>
            </a:r>
            <a:r>
              <a:rPr lang="zh-CN" altLang="en-US" sz="1800">
                <a:sym typeface="+mn-ea"/>
              </a:rPr>
              <a:t>弹出窗口右中侧，有一个证书更新按钮，点击更新证书。更新后，窗口上方会显示证书有效</a:t>
            </a:r>
            <a:r>
              <a:rPr lang="zh-CN" altLang="en-US" sz="1800">
                <a:sym typeface="+mn-ea"/>
              </a:rPr>
              <a:t>时间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安全设置</a:t>
            </a:r>
            <a:r>
              <a:rPr lang="en-US" altLang="zh-CN" sz="1800">
                <a:sym typeface="+mn-ea"/>
              </a:rPr>
              <a:t> - </a:t>
            </a:r>
            <a:r>
              <a:rPr lang="zh-CN" altLang="en-US" sz="1800">
                <a:sym typeface="+mn-ea"/>
              </a:rPr>
              <a:t>弹出窗口</a:t>
            </a:r>
            <a:r>
              <a:rPr lang="en-US" altLang="zh-CN" sz="1800">
                <a:sym typeface="+mn-ea"/>
              </a:rPr>
              <a:t> - </a:t>
            </a:r>
            <a:r>
              <a:rPr lang="zh-CN" altLang="en-US" sz="1800">
                <a:sym typeface="+mn-ea"/>
              </a:rPr>
              <a:t>配置不需要密码、所有人可以</a:t>
            </a:r>
            <a:r>
              <a:rPr lang="zh-CN" altLang="en-US" sz="1800">
                <a:sym typeface="+mn-ea"/>
              </a:rPr>
              <a:t>访问。</a:t>
            </a:r>
            <a:endParaRPr lang="zh-CN" altLang="en-US" sz="180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4455" y="2613660"/>
            <a:ext cx="1863090" cy="1325880"/>
          </a:xfrm>
        </p:spPr>
        <p:txBody>
          <a:bodyPr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</Words>
  <Application>WPS 演示</Application>
  <PresentationFormat>宽屏</PresentationFormat>
  <Paragraphs>90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郑帅超</dc:creator>
  <cp:lastModifiedBy>郑帅超</cp:lastModifiedBy>
  <cp:revision>12</cp:revision>
  <dcterms:created xsi:type="dcterms:W3CDTF">2023-08-09T12:44:00Z</dcterms:created>
  <dcterms:modified xsi:type="dcterms:W3CDTF">2024-12-29T05:21:07Z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